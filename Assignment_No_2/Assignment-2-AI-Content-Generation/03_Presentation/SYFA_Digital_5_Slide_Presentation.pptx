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-1097280"/>
            <a:ext cx="3383280" cy="338328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05840" y="5212080"/>
            <a:ext cx="2377440" cy="237744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"/>
            <a:ext cx="9144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SYFA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" y="411480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A5B8CF"/>
                </a:solidFill>
                <a:latin typeface="Aptos"/>
              </a:rPr>
              <a:t>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DIGITAL SOLUTIONS AGENCY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35152"/>
            <a:ext cx="6400800" cy="892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dirty="0">
                <a:solidFill>
                  <a:srgbClr val="F8FAFC"/>
                </a:solidFill>
                <a:latin typeface="Aptos"/>
              </a:rPr>
              <a:t>Transforming Ideas</a:t>
            </a:r>
            <a:br>
              <a:rPr dirty="0"/>
            </a:br>
            <a:r>
              <a:rPr dirty="0">
                <a:solidFill>
                  <a:schemeClr val="bg2"/>
                </a:solidFill>
              </a:rPr>
              <a:t>into Digital 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6217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A5B8CF"/>
                </a:solidFill>
                <a:latin typeface="Aptos"/>
              </a:rPr>
              <a:t>Web • AI • Automation • SEO • E-Commerce • SaaS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4983480" cy="1325880"/>
          </a:xfrm>
          <a:prstGeom prst="roundRect">
            <a:avLst/>
          </a:prstGeom>
          <a:solidFill>
            <a:srgbClr val="0D2846"/>
          </a:solidFill>
          <a:ln>
            <a:solidFill>
              <a:srgbClr val="11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4096512"/>
            <a:ext cx="4389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Sayyam Shahid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48056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5B8CF"/>
                </a:solidFill>
                <a:latin typeface="Aptos"/>
              </a:rPr>
              <a:t>Full Stack Developer  |  Co-Founder / CEO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3886200" cy="4251960"/>
          </a:xfrm>
          <a:prstGeom prst="roundRect">
            <a:avLst/>
          </a:prstGeom>
          <a:solidFill>
            <a:srgbClr val="0D2846"/>
          </a:solidFill>
          <a:ln>
            <a:solidFill>
              <a:srgbClr val="11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79" y="1463040"/>
            <a:ext cx="3154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8FAFC"/>
                </a:solidFill>
                <a:latin typeface="Aptos"/>
              </a:rPr>
              <a:t>SYFA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011680"/>
            <a:ext cx="2971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6B6D4"/>
                </a:solidFill>
                <a:latin typeface="Aptos"/>
              </a:rPr>
              <a:t>DIGITAL</a:t>
            </a:r>
          </a:p>
        </p:txBody>
      </p:sp>
      <p:sp>
        <p:nvSpPr>
          <p:cNvPr id="17" name="Oval 16"/>
          <p:cNvSpPr/>
          <p:nvPr/>
        </p:nvSpPr>
        <p:spPr>
          <a:xfrm>
            <a:off x="7909560" y="2743200"/>
            <a:ext cx="201168" cy="20116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89720" y="2423160"/>
            <a:ext cx="201168" cy="20116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515600" y="2743200"/>
            <a:ext cx="201168" cy="20116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58200" y="3840480"/>
            <a:ext cx="201168" cy="20116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829800" y="3977639"/>
            <a:ext cx="201168" cy="20116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652760" y="4480560"/>
            <a:ext cx="201168" cy="20116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 flipV="1">
            <a:off x="8010144" y="2523744"/>
            <a:ext cx="1280160" cy="32004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90304" y="2523744"/>
            <a:ext cx="1325880" cy="32004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010144" y="2843784"/>
            <a:ext cx="548640" cy="109728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558784" y="2523744"/>
            <a:ext cx="731520" cy="141732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90304" y="2523744"/>
            <a:ext cx="640080" cy="155448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9930384" y="2843784"/>
            <a:ext cx="685800" cy="123444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16184" y="2843784"/>
            <a:ext cx="137160" cy="173736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58784" y="3941064"/>
            <a:ext cx="1371600" cy="13716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930384" y="4078224"/>
            <a:ext cx="822960" cy="50292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818120" y="484632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A5B8CF"/>
                </a:solidFill>
                <a:latin typeface="Aptos"/>
              </a:rPr>
              <a:t>IDEA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84632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A5B8CF"/>
                </a:solidFill>
                <a:latin typeface="Aptos"/>
              </a:rPr>
              <a:t>BUILD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484632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A5B8CF"/>
                </a:solidFill>
                <a:latin typeface="Aptos"/>
              </a:rPr>
              <a:t>GROW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446520"/>
            <a:ext cx="1280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A5B8CF"/>
                </a:solidFill>
                <a:latin typeface="Aptos"/>
              </a:rPr>
              <a:t>SYFA DIGITAL  •  01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4852071-5008-2A03-38C7-CB8B86ED0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89" y="-77724"/>
            <a:ext cx="978408" cy="9784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THE DIGITAL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Modern businesses face modern digital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5B8CF"/>
                </a:solidFill>
                <a:latin typeface="Aptos"/>
              </a:rPr>
              <a:t>Turning business needs into reliable, scalable technology takes more than a website.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5074920" cy="1508760"/>
          </a:xfrm>
          <a:prstGeom prst="roundRect">
            <a:avLst/>
          </a:prstGeom>
          <a:solidFill>
            <a:srgbClr val="0D2846"/>
          </a:solidFill>
          <a:ln>
            <a:solidFill>
              <a:srgbClr val="11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2404872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377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Slow manual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807208"/>
            <a:ext cx="3794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5B8CF"/>
                </a:solidFill>
                <a:latin typeface="Aptos"/>
              </a:rPr>
              <a:t>Repetitive processes consume time and create avoidable friction.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074920" cy="1508760"/>
          </a:xfrm>
          <a:prstGeom prst="roundRect">
            <a:avLst/>
          </a:prstGeom>
          <a:solidFill>
            <a:srgbClr val="0D2846"/>
          </a:solidFill>
          <a:ln>
            <a:solidFill>
              <a:srgbClr val="11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9672" y="2404872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377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Disconnected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807208"/>
            <a:ext cx="3794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5B8CF"/>
                </a:solidFill>
                <a:latin typeface="Aptos"/>
              </a:rPr>
              <a:t>Tools, data and customer journeys often live in separate places.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023360"/>
            <a:ext cx="5074920" cy="1508760"/>
          </a:xfrm>
          <a:prstGeom prst="roundRect">
            <a:avLst/>
          </a:prstGeom>
          <a:solidFill>
            <a:srgbClr val="0D2846"/>
          </a:solidFill>
          <a:ln>
            <a:solidFill>
              <a:srgbClr val="11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4279392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25196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Low online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681728"/>
            <a:ext cx="3794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5B8CF"/>
                </a:solidFill>
                <a:latin typeface="Aptos"/>
              </a:rPr>
              <a:t>Great products can struggle to reach the right audience.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023360"/>
            <a:ext cx="5074920" cy="1508760"/>
          </a:xfrm>
          <a:prstGeom prst="roundRect">
            <a:avLst/>
          </a:prstGeom>
          <a:solidFill>
            <a:srgbClr val="0D2846"/>
          </a:solidFill>
          <a:ln>
            <a:solidFill>
              <a:srgbClr val="11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9672" y="4279392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425196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Scaling complexity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681728"/>
            <a:ext cx="3794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5B8CF"/>
                </a:solidFill>
                <a:latin typeface="Aptos"/>
              </a:rPr>
              <a:t>Growth brings new demands for performance, automation and software.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5687568"/>
            <a:ext cx="1005840" cy="100584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77840" y="56875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8FAFC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46520"/>
            <a:ext cx="1280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A5B8CF"/>
                </a:solidFill>
                <a:latin typeface="Aptos"/>
              </a:rPr>
              <a:t>SYFA DIGITAL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WHAT WE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SYFA Digital services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5B8CF"/>
                </a:solidFill>
                <a:latin typeface="Aptos"/>
              </a:rPr>
              <a:t>A practical technology stack for products, growth and automation.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2606040" cy="1417320"/>
          </a:xfrm>
          <a:prstGeom prst="roundRect">
            <a:avLst/>
          </a:prstGeom>
          <a:solidFill>
            <a:srgbClr val="0D2846"/>
          </a:solidFill>
          <a:ln>
            <a:solidFill>
              <a:srgbClr val="11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286000"/>
            <a:ext cx="6583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  <a:latin typeface="Aptos"/>
              </a:rPr>
              <a:t>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633472"/>
            <a:ext cx="21488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Full-Stack Web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063239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5B8CF"/>
                </a:solidFill>
                <a:latin typeface="Aptos"/>
              </a:rPr>
              <a:t>Next.js • MERN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103120"/>
            <a:ext cx="2606040" cy="1417320"/>
          </a:xfrm>
          <a:prstGeom prst="roundRect">
            <a:avLst/>
          </a:prstGeom>
          <a:solidFill>
            <a:srgbClr val="0D2846"/>
          </a:solidFill>
          <a:ln>
            <a:solidFill>
              <a:srgbClr val="11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58768" y="2286000"/>
            <a:ext cx="6583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  <a:latin typeface="Aptos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2633472"/>
            <a:ext cx="21488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AI Development &amp;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3063239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5B8CF"/>
                </a:solidFill>
                <a:latin typeface="Aptos"/>
              </a:rPr>
              <a:t>AI Agents • Chatbots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2103120"/>
            <a:ext cx="2606040" cy="1417320"/>
          </a:xfrm>
          <a:prstGeom prst="roundRect">
            <a:avLst/>
          </a:prstGeom>
          <a:solidFill>
            <a:srgbClr val="0D2846"/>
          </a:solidFill>
          <a:ln>
            <a:solidFill>
              <a:srgbClr val="11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30568" y="2286000"/>
            <a:ext cx="6583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  <a:latin typeface="Aptos"/>
              </a:rPr>
              <a:t>SEO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2633472"/>
            <a:ext cx="21488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Search &amp; Digital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3063239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5B8CF"/>
                </a:solidFill>
                <a:latin typeface="Aptos"/>
              </a:rPr>
              <a:t>SEO strategy • visibility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86200"/>
            <a:ext cx="2606040" cy="1417320"/>
          </a:xfrm>
          <a:prstGeom prst="roundRect">
            <a:avLst/>
          </a:prstGeom>
          <a:solidFill>
            <a:srgbClr val="0D2846"/>
          </a:solidFill>
          <a:ln>
            <a:solidFill>
              <a:srgbClr val="11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4069080"/>
            <a:ext cx="6583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  <a:latin typeface="Aptos"/>
              </a:rPr>
              <a:t>E-C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416552"/>
            <a:ext cx="21488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E-Commerce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846320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5B8CF"/>
                </a:solidFill>
                <a:latin typeface="Aptos"/>
              </a:rPr>
              <a:t>Shopify • WordPress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886200"/>
            <a:ext cx="2606040" cy="1417320"/>
          </a:xfrm>
          <a:prstGeom prst="roundRect">
            <a:avLst/>
          </a:prstGeom>
          <a:solidFill>
            <a:srgbClr val="0D2846"/>
          </a:solidFill>
          <a:ln>
            <a:solidFill>
              <a:srgbClr val="11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58768" y="4069080"/>
            <a:ext cx="6583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  <a:latin typeface="Aptos"/>
              </a:rPr>
              <a:t>SaaS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8768" y="4416552"/>
            <a:ext cx="21488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Custom Software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8768" y="4846320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5B8CF"/>
                </a:solidFill>
                <a:latin typeface="Aptos"/>
              </a:rPr>
              <a:t>SaaS Applications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3886200"/>
            <a:ext cx="2606040" cy="1417320"/>
          </a:xfrm>
          <a:prstGeom prst="roundRect">
            <a:avLst/>
          </a:prstGeom>
          <a:solidFill>
            <a:srgbClr val="0D2846"/>
          </a:solidFill>
          <a:ln>
            <a:solidFill>
              <a:srgbClr val="11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30568" y="4069080"/>
            <a:ext cx="6583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  <a:latin typeface="Aptos"/>
              </a:rPr>
              <a:t>DEV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4416552"/>
            <a:ext cx="21488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Digital Solutions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4846320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5B8CF"/>
                </a:solidFill>
                <a:latin typeface="Aptos"/>
              </a:rPr>
              <a:t>Purpose-built business systems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55480" y="2103120"/>
            <a:ext cx="1920240" cy="3200400"/>
          </a:xfrm>
          <a:prstGeom prst="roundRect">
            <a:avLst/>
          </a:prstGeom>
          <a:solidFill>
            <a:srgbClr val="113356"/>
          </a:solidFill>
          <a:ln>
            <a:solidFill>
              <a:srgbClr val="11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29800" y="2423160"/>
            <a:ext cx="1371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DIGITAL</a:t>
            </a:r>
            <a:br/>
            <a:r>
              <a:t>ENGINE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9800" y="3429000"/>
            <a:ext cx="822960" cy="10972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829800" y="3813048"/>
            <a:ext cx="1188720" cy="109728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829800" y="4197096"/>
            <a:ext cx="960120" cy="10972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829800" y="4581144"/>
            <a:ext cx="1417320" cy="109728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65792" y="5074920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A5B8CF"/>
                </a:solidFill>
                <a:latin typeface="Aptos"/>
              </a:rPr>
              <a:t>Build • Automate • Grow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446520"/>
            <a:ext cx="1280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A5B8CF"/>
                </a:solidFill>
                <a:latin typeface="Aptos"/>
              </a:rPr>
              <a:t>SYFA DIGITAL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OUR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From idea to digital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5B8CF"/>
                </a:solidFill>
                <a:latin typeface="Aptos"/>
              </a:rPr>
              <a:t>A clear path from discovery to measurable digital growth.</a:t>
            </a:r>
          </a:p>
        </p:txBody>
      </p:sp>
      <p:sp>
        <p:nvSpPr>
          <p:cNvPr id="5" name="Oval 4"/>
          <p:cNvSpPr/>
          <p:nvPr/>
        </p:nvSpPr>
        <p:spPr>
          <a:xfrm>
            <a:off x="1024128" y="2057400"/>
            <a:ext cx="777240" cy="77724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05740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81B33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999232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493008"/>
            <a:ext cx="2011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dirty="0">
                <a:solidFill>
                  <a:srgbClr val="A5B8CF"/>
                </a:solidFill>
                <a:latin typeface="Aptos"/>
              </a:rPr>
              <a:t>Understand goals,</a:t>
            </a:r>
            <a:br>
              <a:rPr dirty="0"/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users and requirements.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2441448"/>
            <a:ext cx="1527048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55848" y="2057400"/>
            <a:ext cx="777240" cy="77724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5848" y="205740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81B33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99232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493008"/>
            <a:ext cx="2011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dirty="0">
                <a:solidFill>
                  <a:srgbClr val="A5B8CF"/>
                </a:solidFill>
                <a:latin typeface="Aptos"/>
              </a:rPr>
              <a:t>Shape the UX,</a:t>
            </a:r>
            <a:br>
              <a:rPr dirty="0"/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architecture and flow.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60520" y="2441448"/>
            <a:ext cx="1527048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687568" y="2057400"/>
            <a:ext cx="777240" cy="77724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87568" y="205740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81B33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999232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Develop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639030"/>
            <a:ext cx="2011680" cy="5309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Build, integrate,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test and launch.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92240" y="2441448"/>
            <a:ext cx="1527048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19288" y="2057400"/>
            <a:ext cx="777240" cy="77724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19288" y="205740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81B33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999232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Automate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493008"/>
            <a:ext cx="2011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dirty="0">
                <a:solidFill>
                  <a:srgbClr val="A5B8CF"/>
                </a:solidFill>
                <a:latin typeface="Aptos"/>
              </a:rPr>
              <a:t>Connect AI,</a:t>
            </a:r>
            <a:br>
              <a:rPr dirty="0"/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workflows and systems.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23960" y="2441448"/>
            <a:ext cx="1527048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351008" y="2057400"/>
            <a:ext cx="777240" cy="77724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51008" y="205740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81B33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2999232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Grow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3493008"/>
            <a:ext cx="2011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dirty="0">
                <a:solidFill>
                  <a:srgbClr val="A5B8CF"/>
                </a:solidFill>
                <a:latin typeface="Aptos"/>
              </a:rPr>
              <a:t>Improve SEO,</a:t>
            </a:r>
            <a:br>
              <a:rPr dirty="0"/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performance and product.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17320" y="4983480"/>
            <a:ext cx="9326880" cy="777240"/>
          </a:xfrm>
          <a:prstGeom prst="roundRect">
            <a:avLst/>
          </a:prstGeom>
          <a:solidFill>
            <a:srgbClr val="0D2846"/>
          </a:solidFill>
          <a:ln>
            <a:solidFill>
              <a:srgbClr val="11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54480" y="5138928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DISCOVER  →  DESIGN  →  DEVELOP  →  AUTOMATE  →  GROW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46520"/>
            <a:ext cx="1280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A5B8CF"/>
                </a:solidFill>
                <a:latin typeface="Aptos"/>
              </a:rPr>
              <a:t>SYFA DIGITAL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-914400"/>
            <a:ext cx="3657600" cy="365760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212080"/>
            <a:ext cx="2286000" cy="228600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" y="338328"/>
            <a:ext cx="378561" cy="378561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333756"/>
            <a:ext cx="378561" cy="37856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39" b="1">
                <a:solidFill>
                  <a:srgbClr val="F8FAFC"/>
                </a:solidFill>
                <a:latin typeface="Aptos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002" y="315468"/>
            <a:ext cx="1051560" cy="2839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5" b="1">
                <a:solidFill>
                  <a:srgbClr val="F8FAFC"/>
                </a:solidFill>
                <a:latin typeface="Aptos"/>
              </a:rPr>
              <a:t>SYFA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9517" y="561898"/>
            <a:ext cx="1156716" cy="189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2" b="1">
                <a:solidFill>
                  <a:srgbClr val="A5B8CF"/>
                </a:solidFill>
                <a:latin typeface="Aptos"/>
              </a:rPr>
              <a:t>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READY TO BUILD?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64922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Let’s turn your idea</a:t>
            </a:r>
            <a:br/>
            <a:r>
              <a:t>into digital success.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54680"/>
            <a:ext cx="6126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5B8CF"/>
                </a:solidFill>
                <a:latin typeface="Aptos"/>
              </a:rPr>
              <a:t>Web • AI • Automation • SEO • E-Commerce • SaaS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840480"/>
            <a:ext cx="2926080" cy="658368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26974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81B33"/>
                </a:solidFill>
                <a:latin typeface="Aptos"/>
              </a:rPr>
              <a:t>LET’S BUILD TOGETHER 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1325880"/>
            <a:ext cx="4069080" cy="3429000"/>
          </a:xfrm>
          <a:prstGeom prst="roundRect">
            <a:avLst/>
          </a:prstGeom>
          <a:solidFill>
            <a:srgbClr val="0D2846"/>
          </a:solidFill>
          <a:ln>
            <a:solidFill>
              <a:srgbClr val="11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0" y="169164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Sayyam Shahid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194560"/>
            <a:ext cx="3291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5B8CF"/>
                </a:solidFill>
                <a:latin typeface="Aptos"/>
              </a:rPr>
              <a:t>Full Stack Developer</a:t>
            </a:r>
            <a:br/>
            <a:r>
              <a:t>Co-Founder / CEO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15468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Aptos"/>
              </a:rPr>
              <a:t>SYFA Digital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56616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Digital products • AI solutions •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160520"/>
            <a:ext cx="3291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5B8CF"/>
                </a:solidFill>
                <a:latin typeface="Aptos"/>
              </a:rPr>
              <a:t>Professional portfolio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53212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6016752"/>
            <a:ext cx="6217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Transforming Ideas into Digital Success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280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A5B8CF"/>
                </a:solidFill>
                <a:latin typeface="Aptos"/>
              </a:rPr>
              <a:t>SYFA DIGITAL  • 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343</Words>
  <Application>Microsoft Office PowerPoint</Application>
  <PresentationFormat>Widescreen</PresentationFormat>
  <Paragraphs>89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SYFA Digital — Transforming Ideas into Digital Success</dc:title>
  <dc:subject>5-slide software and digital solutions agency presentation</dc:subject>
  <dc:creator>Sayyam Shahid</dc:creator>
  <cp:keywords>SYFA Digital, Full Stack, AI, Automation, SEO, SaaS, E-Commerce</cp:keywords>
  <dc:description>generated using python-pptx</dc:description>
  <cp:lastModifiedBy>Sayyam</cp:lastModifiedBy>
  <cp:revision>3</cp:revision>
  <dcterms:created xsi:type="dcterms:W3CDTF">2013-01-27T09:14:16Z</dcterms:created>
  <dcterms:modified xsi:type="dcterms:W3CDTF">2026-09-17T14:50:35Z</dcterms:modified>
  <cp:category/>
</cp:coreProperties>
</file>